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1" r:id="rId4"/>
    <p:sldId id="262" r:id="rId5"/>
    <p:sldId id="263" r:id="rId6"/>
    <p:sldId id="259" r:id="rId7"/>
    <p:sldId id="264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ECB21A4-4503-40AD-9DA1-FD6D3ACF7594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2FAA20-64C2-46D8-B10D-A32A9C3F8CF1}">
      <dgm:prSet/>
      <dgm:spPr/>
      <dgm:t>
        <a:bodyPr/>
        <a:lstStyle/>
        <a:p>
          <a:r>
            <a:rPr lang="en-GB"/>
            <a:t>Agriculture</a:t>
          </a:r>
          <a:endParaRPr lang="en-US"/>
        </a:p>
      </dgm:t>
    </dgm:pt>
    <dgm:pt modelId="{B92DB958-54A9-487D-B49D-5B7224FC539C}" type="parTrans" cxnId="{98E9B6FC-56FE-4CA3-9645-B96AC8DF68AB}">
      <dgm:prSet/>
      <dgm:spPr/>
      <dgm:t>
        <a:bodyPr/>
        <a:lstStyle/>
        <a:p>
          <a:endParaRPr lang="en-US"/>
        </a:p>
      </dgm:t>
    </dgm:pt>
    <dgm:pt modelId="{426A50FB-B11A-49DD-BCE7-9AAA032D4826}" type="sibTrans" cxnId="{98E9B6FC-56FE-4CA3-9645-B96AC8DF68AB}">
      <dgm:prSet/>
      <dgm:spPr/>
      <dgm:t>
        <a:bodyPr/>
        <a:lstStyle/>
        <a:p>
          <a:endParaRPr lang="en-US"/>
        </a:p>
      </dgm:t>
    </dgm:pt>
    <dgm:pt modelId="{C49F1560-A6DA-4DD5-84BC-A2AA9902C5F0}">
      <dgm:prSet/>
      <dgm:spPr/>
      <dgm:t>
        <a:bodyPr/>
        <a:lstStyle/>
        <a:p>
          <a:r>
            <a:rPr lang="en-GB"/>
            <a:t>Environment</a:t>
          </a:r>
          <a:endParaRPr lang="en-US"/>
        </a:p>
      </dgm:t>
    </dgm:pt>
    <dgm:pt modelId="{DC844329-1979-4525-9CF1-57176A2EE1C0}" type="parTrans" cxnId="{68B53617-5F4C-400F-902F-7A965B46B1C8}">
      <dgm:prSet/>
      <dgm:spPr/>
      <dgm:t>
        <a:bodyPr/>
        <a:lstStyle/>
        <a:p>
          <a:endParaRPr lang="en-US"/>
        </a:p>
      </dgm:t>
    </dgm:pt>
    <dgm:pt modelId="{E3C993C0-EFE3-4827-97F1-FEBAB2FAF353}" type="sibTrans" cxnId="{68B53617-5F4C-400F-902F-7A965B46B1C8}">
      <dgm:prSet/>
      <dgm:spPr/>
      <dgm:t>
        <a:bodyPr/>
        <a:lstStyle/>
        <a:p>
          <a:endParaRPr lang="en-US"/>
        </a:p>
      </dgm:t>
    </dgm:pt>
    <dgm:pt modelId="{046138BC-ADA4-4257-B0A4-30F74D79E0D9}">
      <dgm:prSet/>
      <dgm:spPr/>
      <dgm:t>
        <a:bodyPr/>
        <a:lstStyle/>
        <a:p>
          <a:r>
            <a:rPr lang="en-GB"/>
            <a:t>Smart Home</a:t>
          </a:r>
          <a:endParaRPr lang="en-US"/>
        </a:p>
      </dgm:t>
    </dgm:pt>
    <dgm:pt modelId="{36B81A38-86FD-4252-83FE-E55B442BC2C2}" type="parTrans" cxnId="{31DDB23C-7A0D-415B-9BD6-88EBA1DA8D00}">
      <dgm:prSet/>
      <dgm:spPr/>
      <dgm:t>
        <a:bodyPr/>
        <a:lstStyle/>
        <a:p>
          <a:endParaRPr lang="en-US"/>
        </a:p>
      </dgm:t>
    </dgm:pt>
    <dgm:pt modelId="{6A35AA8B-F80A-47F8-8E7A-97B5A2A96FD0}" type="sibTrans" cxnId="{31DDB23C-7A0D-415B-9BD6-88EBA1DA8D00}">
      <dgm:prSet/>
      <dgm:spPr/>
      <dgm:t>
        <a:bodyPr/>
        <a:lstStyle/>
        <a:p>
          <a:endParaRPr lang="en-US"/>
        </a:p>
      </dgm:t>
    </dgm:pt>
    <dgm:pt modelId="{F1069D2D-2FB5-4E43-A5D8-F7F007DA112A}">
      <dgm:prSet/>
      <dgm:spPr/>
      <dgm:t>
        <a:bodyPr/>
        <a:lstStyle/>
        <a:p>
          <a:r>
            <a:rPr lang="en-GB"/>
            <a:t>Health Care</a:t>
          </a:r>
          <a:endParaRPr lang="en-US"/>
        </a:p>
      </dgm:t>
    </dgm:pt>
    <dgm:pt modelId="{36B87A42-1003-4CA9-824A-DA3385ACC726}" type="parTrans" cxnId="{98632FB7-033F-44C4-B5C2-393CC942F69B}">
      <dgm:prSet/>
      <dgm:spPr/>
      <dgm:t>
        <a:bodyPr/>
        <a:lstStyle/>
        <a:p>
          <a:endParaRPr lang="en-US"/>
        </a:p>
      </dgm:t>
    </dgm:pt>
    <dgm:pt modelId="{399E2332-D253-489C-BA0E-176D60100051}" type="sibTrans" cxnId="{98632FB7-033F-44C4-B5C2-393CC942F69B}">
      <dgm:prSet/>
      <dgm:spPr/>
      <dgm:t>
        <a:bodyPr/>
        <a:lstStyle/>
        <a:p>
          <a:endParaRPr lang="en-US"/>
        </a:p>
      </dgm:t>
    </dgm:pt>
    <dgm:pt modelId="{A52011B4-BBCA-4B61-A44C-057381100016}">
      <dgm:prSet/>
      <dgm:spPr/>
      <dgm:t>
        <a:bodyPr/>
        <a:lstStyle/>
        <a:p>
          <a:r>
            <a:rPr lang="en-GB"/>
            <a:t>Smart Cities</a:t>
          </a:r>
          <a:endParaRPr lang="en-US"/>
        </a:p>
      </dgm:t>
    </dgm:pt>
    <dgm:pt modelId="{D4B1BEC3-FC97-4F8F-8675-ECCBF1A2F304}" type="parTrans" cxnId="{A6B9C377-3423-44F0-9BA8-8DFC2454C95B}">
      <dgm:prSet/>
      <dgm:spPr/>
      <dgm:t>
        <a:bodyPr/>
        <a:lstStyle/>
        <a:p>
          <a:endParaRPr lang="en-US"/>
        </a:p>
      </dgm:t>
    </dgm:pt>
    <dgm:pt modelId="{BF6E0E45-D7C6-4E7E-9233-17B51543AF56}" type="sibTrans" cxnId="{A6B9C377-3423-44F0-9BA8-8DFC2454C95B}">
      <dgm:prSet/>
      <dgm:spPr/>
      <dgm:t>
        <a:bodyPr/>
        <a:lstStyle/>
        <a:p>
          <a:endParaRPr lang="en-US"/>
        </a:p>
      </dgm:t>
    </dgm:pt>
    <dgm:pt modelId="{F36BE8ED-06FF-42E9-8680-7EE1AF0DD0CC}">
      <dgm:prSet/>
      <dgm:spPr/>
      <dgm:t>
        <a:bodyPr/>
        <a:lstStyle/>
        <a:p>
          <a:r>
            <a:rPr lang="en-GB"/>
            <a:t>Safe Driving</a:t>
          </a:r>
          <a:endParaRPr lang="en-US"/>
        </a:p>
      </dgm:t>
    </dgm:pt>
    <dgm:pt modelId="{3499E535-A3C0-4FEE-8C42-8E6C8C03A48A}" type="parTrans" cxnId="{1D4A37B8-B9F0-45C0-85B8-61F0BB65F89C}">
      <dgm:prSet/>
      <dgm:spPr/>
      <dgm:t>
        <a:bodyPr/>
        <a:lstStyle/>
        <a:p>
          <a:endParaRPr lang="en-US"/>
        </a:p>
      </dgm:t>
    </dgm:pt>
    <dgm:pt modelId="{22C48536-F39F-40D4-A4FE-633EC616AB23}" type="sibTrans" cxnId="{1D4A37B8-B9F0-45C0-85B8-61F0BB65F89C}">
      <dgm:prSet/>
      <dgm:spPr/>
      <dgm:t>
        <a:bodyPr/>
        <a:lstStyle/>
        <a:p>
          <a:endParaRPr lang="en-US"/>
        </a:p>
      </dgm:t>
    </dgm:pt>
    <dgm:pt modelId="{9CECB64E-D9C1-4BDF-BBF7-9B9088E30404}">
      <dgm:prSet/>
      <dgm:spPr/>
      <dgm:t>
        <a:bodyPr/>
        <a:lstStyle/>
        <a:p>
          <a:r>
            <a:rPr lang="en-GB"/>
            <a:t>Waste management</a:t>
          </a:r>
          <a:endParaRPr lang="en-US"/>
        </a:p>
      </dgm:t>
    </dgm:pt>
    <dgm:pt modelId="{35C4333A-34F7-478E-962C-2A045DD94145}" type="parTrans" cxnId="{5602E566-EB51-4D9A-B74E-D3FA15A9497B}">
      <dgm:prSet/>
      <dgm:spPr/>
      <dgm:t>
        <a:bodyPr/>
        <a:lstStyle/>
        <a:p>
          <a:endParaRPr lang="en-US"/>
        </a:p>
      </dgm:t>
    </dgm:pt>
    <dgm:pt modelId="{A1CFF63A-FD67-4516-AE07-8278C36AB52A}" type="sibTrans" cxnId="{5602E566-EB51-4D9A-B74E-D3FA15A9497B}">
      <dgm:prSet/>
      <dgm:spPr/>
      <dgm:t>
        <a:bodyPr/>
        <a:lstStyle/>
        <a:p>
          <a:endParaRPr lang="en-US"/>
        </a:p>
      </dgm:t>
    </dgm:pt>
    <dgm:pt modelId="{9CD5589E-3BCF-4FCF-94BA-97EE235D4607}">
      <dgm:prSet/>
      <dgm:spPr/>
      <dgm:t>
        <a:bodyPr/>
        <a:lstStyle/>
        <a:p>
          <a:r>
            <a:rPr lang="en-GB"/>
            <a:t>Industrial issues</a:t>
          </a:r>
          <a:endParaRPr lang="en-US"/>
        </a:p>
      </dgm:t>
    </dgm:pt>
    <dgm:pt modelId="{7CCACCD2-9D3D-46E4-B95F-DFEA8AB390EB}" type="parTrans" cxnId="{7F41F33F-E5C4-4B80-93DC-DE751599B1CC}">
      <dgm:prSet/>
      <dgm:spPr/>
      <dgm:t>
        <a:bodyPr/>
        <a:lstStyle/>
        <a:p>
          <a:endParaRPr lang="en-US"/>
        </a:p>
      </dgm:t>
    </dgm:pt>
    <dgm:pt modelId="{0FF8FC06-328A-473E-A79E-B0D3B07941AA}" type="sibTrans" cxnId="{7F41F33F-E5C4-4B80-93DC-DE751599B1CC}">
      <dgm:prSet/>
      <dgm:spPr/>
      <dgm:t>
        <a:bodyPr/>
        <a:lstStyle/>
        <a:p>
          <a:endParaRPr lang="en-US"/>
        </a:p>
      </dgm:t>
    </dgm:pt>
    <dgm:pt modelId="{9D159B34-2E63-4F29-BD84-1BDDB6867AA9}">
      <dgm:prSet/>
      <dgm:spPr/>
      <dgm:t>
        <a:bodyPr/>
        <a:lstStyle/>
        <a:p>
          <a:r>
            <a:rPr lang="en-GB"/>
            <a:t>Supply chain</a:t>
          </a:r>
          <a:endParaRPr lang="en-US"/>
        </a:p>
      </dgm:t>
    </dgm:pt>
    <dgm:pt modelId="{3BD85EE6-BCBD-45D4-8117-C653013D1A0C}" type="parTrans" cxnId="{D5559131-F505-480B-82E2-79590F32F13D}">
      <dgm:prSet/>
      <dgm:spPr/>
      <dgm:t>
        <a:bodyPr/>
        <a:lstStyle/>
        <a:p>
          <a:endParaRPr lang="en-US"/>
        </a:p>
      </dgm:t>
    </dgm:pt>
    <dgm:pt modelId="{C3146149-5F92-4957-81EF-4758A2B20C73}" type="sibTrans" cxnId="{D5559131-F505-480B-82E2-79590F32F13D}">
      <dgm:prSet/>
      <dgm:spPr/>
      <dgm:t>
        <a:bodyPr/>
        <a:lstStyle/>
        <a:p>
          <a:endParaRPr lang="en-US"/>
        </a:p>
      </dgm:t>
    </dgm:pt>
    <dgm:pt modelId="{A995C00C-A77F-43CC-9483-FDF5A7F58D58}" type="pres">
      <dgm:prSet presAssocID="{2ECB21A4-4503-40AD-9DA1-FD6D3ACF7594}" presName="vert0" presStyleCnt="0">
        <dgm:presLayoutVars>
          <dgm:dir/>
          <dgm:animOne val="branch"/>
          <dgm:animLvl val="lvl"/>
        </dgm:presLayoutVars>
      </dgm:prSet>
      <dgm:spPr/>
    </dgm:pt>
    <dgm:pt modelId="{F7222E3E-B5D1-453D-B6A3-27FE7DED6DE0}" type="pres">
      <dgm:prSet presAssocID="{DA2FAA20-64C2-46D8-B10D-A32A9C3F8CF1}" presName="thickLine" presStyleLbl="alignNode1" presStyleIdx="0" presStyleCnt="9"/>
      <dgm:spPr/>
    </dgm:pt>
    <dgm:pt modelId="{C8952BF0-2BCE-4F66-BB67-768478FACADF}" type="pres">
      <dgm:prSet presAssocID="{DA2FAA20-64C2-46D8-B10D-A32A9C3F8CF1}" presName="horz1" presStyleCnt="0"/>
      <dgm:spPr/>
    </dgm:pt>
    <dgm:pt modelId="{B5E6C50E-368E-480D-B30F-EE72E53B4997}" type="pres">
      <dgm:prSet presAssocID="{DA2FAA20-64C2-46D8-B10D-A32A9C3F8CF1}" presName="tx1" presStyleLbl="revTx" presStyleIdx="0" presStyleCnt="9"/>
      <dgm:spPr/>
    </dgm:pt>
    <dgm:pt modelId="{8221891D-8ECE-4680-83F6-CF3FF917D0F2}" type="pres">
      <dgm:prSet presAssocID="{DA2FAA20-64C2-46D8-B10D-A32A9C3F8CF1}" presName="vert1" presStyleCnt="0"/>
      <dgm:spPr/>
    </dgm:pt>
    <dgm:pt modelId="{AA98D160-B698-4A26-84AF-103CD3ED673B}" type="pres">
      <dgm:prSet presAssocID="{C49F1560-A6DA-4DD5-84BC-A2AA9902C5F0}" presName="thickLine" presStyleLbl="alignNode1" presStyleIdx="1" presStyleCnt="9"/>
      <dgm:spPr/>
    </dgm:pt>
    <dgm:pt modelId="{F4FB9B92-592C-4DFF-BC05-398C51743E0E}" type="pres">
      <dgm:prSet presAssocID="{C49F1560-A6DA-4DD5-84BC-A2AA9902C5F0}" presName="horz1" presStyleCnt="0"/>
      <dgm:spPr/>
    </dgm:pt>
    <dgm:pt modelId="{13700BF5-6FEC-411C-96C5-0E921055481B}" type="pres">
      <dgm:prSet presAssocID="{C49F1560-A6DA-4DD5-84BC-A2AA9902C5F0}" presName="tx1" presStyleLbl="revTx" presStyleIdx="1" presStyleCnt="9"/>
      <dgm:spPr/>
    </dgm:pt>
    <dgm:pt modelId="{6D40CB77-C354-4E2A-9D04-BFD940334A37}" type="pres">
      <dgm:prSet presAssocID="{C49F1560-A6DA-4DD5-84BC-A2AA9902C5F0}" presName="vert1" presStyleCnt="0"/>
      <dgm:spPr/>
    </dgm:pt>
    <dgm:pt modelId="{91AB1A5F-CCEC-47D2-BE1E-BBEE09A1F3C3}" type="pres">
      <dgm:prSet presAssocID="{046138BC-ADA4-4257-B0A4-30F74D79E0D9}" presName="thickLine" presStyleLbl="alignNode1" presStyleIdx="2" presStyleCnt="9"/>
      <dgm:spPr/>
    </dgm:pt>
    <dgm:pt modelId="{C3057B37-1E11-4F52-BD4C-60585C0991FF}" type="pres">
      <dgm:prSet presAssocID="{046138BC-ADA4-4257-B0A4-30F74D79E0D9}" presName="horz1" presStyleCnt="0"/>
      <dgm:spPr/>
    </dgm:pt>
    <dgm:pt modelId="{68ADC38F-5032-4527-AF27-51D865DFAAE0}" type="pres">
      <dgm:prSet presAssocID="{046138BC-ADA4-4257-B0A4-30F74D79E0D9}" presName="tx1" presStyleLbl="revTx" presStyleIdx="2" presStyleCnt="9"/>
      <dgm:spPr/>
    </dgm:pt>
    <dgm:pt modelId="{EBCD63FF-C222-4B76-8A4D-41449A5A590D}" type="pres">
      <dgm:prSet presAssocID="{046138BC-ADA4-4257-B0A4-30F74D79E0D9}" presName="vert1" presStyleCnt="0"/>
      <dgm:spPr/>
    </dgm:pt>
    <dgm:pt modelId="{3A62F91C-E35B-4273-B077-6330B08C7BE6}" type="pres">
      <dgm:prSet presAssocID="{F1069D2D-2FB5-4E43-A5D8-F7F007DA112A}" presName="thickLine" presStyleLbl="alignNode1" presStyleIdx="3" presStyleCnt="9"/>
      <dgm:spPr/>
    </dgm:pt>
    <dgm:pt modelId="{FF80AF79-8665-423F-A88E-71E46C0608F9}" type="pres">
      <dgm:prSet presAssocID="{F1069D2D-2FB5-4E43-A5D8-F7F007DA112A}" presName="horz1" presStyleCnt="0"/>
      <dgm:spPr/>
    </dgm:pt>
    <dgm:pt modelId="{2B1B25FA-241B-466C-9630-5FB90B975812}" type="pres">
      <dgm:prSet presAssocID="{F1069D2D-2FB5-4E43-A5D8-F7F007DA112A}" presName="tx1" presStyleLbl="revTx" presStyleIdx="3" presStyleCnt="9"/>
      <dgm:spPr/>
    </dgm:pt>
    <dgm:pt modelId="{32B60FFE-7D88-42D2-A806-6F0D50695A70}" type="pres">
      <dgm:prSet presAssocID="{F1069D2D-2FB5-4E43-A5D8-F7F007DA112A}" presName="vert1" presStyleCnt="0"/>
      <dgm:spPr/>
    </dgm:pt>
    <dgm:pt modelId="{FD11461F-5138-457E-80D2-AC623CBB2DDE}" type="pres">
      <dgm:prSet presAssocID="{A52011B4-BBCA-4B61-A44C-057381100016}" presName="thickLine" presStyleLbl="alignNode1" presStyleIdx="4" presStyleCnt="9"/>
      <dgm:spPr/>
    </dgm:pt>
    <dgm:pt modelId="{2422951B-CEBB-4DA1-A9EA-AC966FD136CE}" type="pres">
      <dgm:prSet presAssocID="{A52011B4-BBCA-4B61-A44C-057381100016}" presName="horz1" presStyleCnt="0"/>
      <dgm:spPr/>
    </dgm:pt>
    <dgm:pt modelId="{B7F2403D-CAF4-4573-A609-5EEC5D81E8FF}" type="pres">
      <dgm:prSet presAssocID="{A52011B4-BBCA-4B61-A44C-057381100016}" presName="tx1" presStyleLbl="revTx" presStyleIdx="4" presStyleCnt="9"/>
      <dgm:spPr/>
    </dgm:pt>
    <dgm:pt modelId="{A27117EB-6783-4C50-9738-D96605D26CB6}" type="pres">
      <dgm:prSet presAssocID="{A52011B4-BBCA-4B61-A44C-057381100016}" presName="vert1" presStyleCnt="0"/>
      <dgm:spPr/>
    </dgm:pt>
    <dgm:pt modelId="{8AB9D067-4219-44F0-B0F0-05CE0F8D06DE}" type="pres">
      <dgm:prSet presAssocID="{F36BE8ED-06FF-42E9-8680-7EE1AF0DD0CC}" presName="thickLine" presStyleLbl="alignNode1" presStyleIdx="5" presStyleCnt="9"/>
      <dgm:spPr/>
    </dgm:pt>
    <dgm:pt modelId="{E5593711-AE72-4D01-9A4C-1A50294B9881}" type="pres">
      <dgm:prSet presAssocID="{F36BE8ED-06FF-42E9-8680-7EE1AF0DD0CC}" presName="horz1" presStyleCnt="0"/>
      <dgm:spPr/>
    </dgm:pt>
    <dgm:pt modelId="{6F11B555-6275-402D-9503-C7062B808114}" type="pres">
      <dgm:prSet presAssocID="{F36BE8ED-06FF-42E9-8680-7EE1AF0DD0CC}" presName="tx1" presStyleLbl="revTx" presStyleIdx="5" presStyleCnt="9"/>
      <dgm:spPr/>
    </dgm:pt>
    <dgm:pt modelId="{F30FFF0C-CA8F-470B-9F71-68F5719B808F}" type="pres">
      <dgm:prSet presAssocID="{F36BE8ED-06FF-42E9-8680-7EE1AF0DD0CC}" presName="vert1" presStyleCnt="0"/>
      <dgm:spPr/>
    </dgm:pt>
    <dgm:pt modelId="{FA34C324-1C8B-4625-92E4-9CD26B784991}" type="pres">
      <dgm:prSet presAssocID="{9CECB64E-D9C1-4BDF-BBF7-9B9088E30404}" presName="thickLine" presStyleLbl="alignNode1" presStyleIdx="6" presStyleCnt="9"/>
      <dgm:spPr/>
    </dgm:pt>
    <dgm:pt modelId="{9EB6AB35-81C2-4C4C-9CE1-00D46026EB03}" type="pres">
      <dgm:prSet presAssocID="{9CECB64E-D9C1-4BDF-BBF7-9B9088E30404}" presName="horz1" presStyleCnt="0"/>
      <dgm:spPr/>
    </dgm:pt>
    <dgm:pt modelId="{31C1D48D-0965-4554-97D3-1E6B0C500BAF}" type="pres">
      <dgm:prSet presAssocID="{9CECB64E-D9C1-4BDF-BBF7-9B9088E30404}" presName="tx1" presStyleLbl="revTx" presStyleIdx="6" presStyleCnt="9"/>
      <dgm:spPr/>
    </dgm:pt>
    <dgm:pt modelId="{E0572C25-1F27-4414-BFEB-D63F7E85CE87}" type="pres">
      <dgm:prSet presAssocID="{9CECB64E-D9C1-4BDF-BBF7-9B9088E30404}" presName="vert1" presStyleCnt="0"/>
      <dgm:spPr/>
    </dgm:pt>
    <dgm:pt modelId="{0A53C8C1-D4A2-4CDA-80C1-10421B5910C2}" type="pres">
      <dgm:prSet presAssocID="{9CD5589E-3BCF-4FCF-94BA-97EE235D4607}" presName="thickLine" presStyleLbl="alignNode1" presStyleIdx="7" presStyleCnt="9"/>
      <dgm:spPr/>
    </dgm:pt>
    <dgm:pt modelId="{3B95D6F4-24CB-4F90-8171-8B6C17A2C0E7}" type="pres">
      <dgm:prSet presAssocID="{9CD5589E-3BCF-4FCF-94BA-97EE235D4607}" presName="horz1" presStyleCnt="0"/>
      <dgm:spPr/>
    </dgm:pt>
    <dgm:pt modelId="{63886FD4-A374-491B-B8B7-C76E272A29D9}" type="pres">
      <dgm:prSet presAssocID="{9CD5589E-3BCF-4FCF-94BA-97EE235D4607}" presName="tx1" presStyleLbl="revTx" presStyleIdx="7" presStyleCnt="9"/>
      <dgm:spPr/>
    </dgm:pt>
    <dgm:pt modelId="{320F78CF-D38F-48ED-ACE3-3EC35B710F1B}" type="pres">
      <dgm:prSet presAssocID="{9CD5589E-3BCF-4FCF-94BA-97EE235D4607}" presName="vert1" presStyleCnt="0"/>
      <dgm:spPr/>
    </dgm:pt>
    <dgm:pt modelId="{D061782A-E553-4AE2-935E-871B3F10C3F1}" type="pres">
      <dgm:prSet presAssocID="{9D159B34-2E63-4F29-BD84-1BDDB6867AA9}" presName="thickLine" presStyleLbl="alignNode1" presStyleIdx="8" presStyleCnt="9"/>
      <dgm:spPr/>
    </dgm:pt>
    <dgm:pt modelId="{E9C9DC9B-AEB4-4714-8542-A998AEBB51F1}" type="pres">
      <dgm:prSet presAssocID="{9D159B34-2E63-4F29-BD84-1BDDB6867AA9}" presName="horz1" presStyleCnt="0"/>
      <dgm:spPr/>
    </dgm:pt>
    <dgm:pt modelId="{8928D272-1012-4A95-84EA-9F553EFA5D6A}" type="pres">
      <dgm:prSet presAssocID="{9D159B34-2E63-4F29-BD84-1BDDB6867AA9}" presName="tx1" presStyleLbl="revTx" presStyleIdx="8" presStyleCnt="9"/>
      <dgm:spPr/>
    </dgm:pt>
    <dgm:pt modelId="{D92F854E-497F-4F68-9C91-05C488A098C7}" type="pres">
      <dgm:prSet presAssocID="{9D159B34-2E63-4F29-BD84-1BDDB6867AA9}" presName="vert1" presStyleCnt="0"/>
      <dgm:spPr/>
    </dgm:pt>
  </dgm:ptLst>
  <dgm:cxnLst>
    <dgm:cxn modelId="{9EF4E104-0D21-439B-B24F-F258C07A6496}" type="presOf" srcId="{9CD5589E-3BCF-4FCF-94BA-97EE235D4607}" destId="{63886FD4-A374-491B-B8B7-C76E272A29D9}" srcOrd="0" destOrd="0" presId="urn:microsoft.com/office/officeart/2008/layout/LinedList"/>
    <dgm:cxn modelId="{C6ED4B07-E12D-4D84-AB31-971A9AAA637F}" type="presOf" srcId="{F1069D2D-2FB5-4E43-A5D8-F7F007DA112A}" destId="{2B1B25FA-241B-466C-9630-5FB90B975812}" srcOrd="0" destOrd="0" presId="urn:microsoft.com/office/officeart/2008/layout/LinedList"/>
    <dgm:cxn modelId="{5E1F2F0A-B79B-40CB-8A7A-4418446744BC}" type="presOf" srcId="{046138BC-ADA4-4257-B0A4-30F74D79E0D9}" destId="{68ADC38F-5032-4527-AF27-51D865DFAAE0}" srcOrd="0" destOrd="0" presId="urn:microsoft.com/office/officeart/2008/layout/LinedList"/>
    <dgm:cxn modelId="{13534B0B-FE44-4B99-AA90-5BE1FDC9D782}" type="presOf" srcId="{A52011B4-BBCA-4B61-A44C-057381100016}" destId="{B7F2403D-CAF4-4573-A609-5EEC5D81E8FF}" srcOrd="0" destOrd="0" presId="urn:microsoft.com/office/officeart/2008/layout/LinedList"/>
    <dgm:cxn modelId="{68B53617-5F4C-400F-902F-7A965B46B1C8}" srcId="{2ECB21A4-4503-40AD-9DA1-FD6D3ACF7594}" destId="{C49F1560-A6DA-4DD5-84BC-A2AA9902C5F0}" srcOrd="1" destOrd="0" parTransId="{DC844329-1979-4525-9CF1-57176A2EE1C0}" sibTransId="{E3C993C0-EFE3-4827-97F1-FEBAB2FAF353}"/>
    <dgm:cxn modelId="{D5559131-F505-480B-82E2-79590F32F13D}" srcId="{2ECB21A4-4503-40AD-9DA1-FD6D3ACF7594}" destId="{9D159B34-2E63-4F29-BD84-1BDDB6867AA9}" srcOrd="8" destOrd="0" parTransId="{3BD85EE6-BCBD-45D4-8117-C653013D1A0C}" sibTransId="{C3146149-5F92-4957-81EF-4758A2B20C73}"/>
    <dgm:cxn modelId="{8A26C033-9F09-4316-AF9C-9BEC246148DB}" type="presOf" srcId="{F36BE8ED-06FF-42E9-8680-7EE1AF0DD0CC}" destId="{6F11B555-6275-402D-9503-C7062B808114}" srcOrd="0" destOrd="0" presId="urn:microsoft.com/office/officeart/2008/layout/LinedList"/>
    <dgm:cxn modelId="{31DDB23C-7A0D-415B-9BD6-88EBA1DA8D00}" srcId="{2ECB21A4-4503-40AD-9DA1-FD6D3ACF7594}" destId="{046138BC-ADA4-4257-B0A4-30F74D79E0D9}" srcOrd="2" destOrd="0" parTransId="{36B81A38-86FD-4252-83FE-E55B442BC2C2}" sibTransId="{6A35AA8B-F80A-47F8-8E7A-97B5A2A96FD0}"/>
    <dgm:cxn modelId="{7F41F33F-E5C4-4B80-93DC-DE751599B1CC}" srcId="{2ECB21A4-4503-40AD-9DA1-FD6D3ACF7594}" destId="{9CD5589E-3BCF-4FCF-94BA-97EE235D4607}" srcOrd="7" destOrd="0" parTransId="{7CCACCD2-9D3D-46E4-B95F-DFEA8AB390EB}" sibTransId="{0FF8FC06-328A-473E-A79E-B0D3B07941AA}"/>
    <dgm:cxn modelId="{DC90095C-556B-45F9-BF38-66B26DA954EF}" type="presOf" srcId="{2ECB21A4-4503-40AD-9DA1-FD6D3ACF7594}" destId="{A995C00C-A77F-43CC-9483-FDF5A7F58D58}" srcOrd="0" destOrd="0" presId="urn:microsoft.com/office/officeart/2008/layout/LinedList"/>
    <dgm:cxn modelId="{5602E566-EB51-4D9A-B74E-D3FA15A9497B}" srcId="{2ECB21A4-4503-40AD-9DA1-FD6D3ACF7594}" destId="{9CECB64E-D9C1-4BDF-BBF7-9B9088E30404}" srcOrd="6" destOrd="0" parTransId="{35C4333A-34F7-478E-962C-2A045DD94145}" sibTransId="{A1CFF63A-FD67-4516-AE07-8278C36AB52A}"/>
    <dgm:cxn modelId="{C6400247-5846-4087-AE67-1CFF0227357C}" type="presOf" srcId="{C49F1560-A6DA-4DD5-84BC-A2AA9902C5F0}" destId="{13700BF5-6FEC-411C-96C5-0E921055481B}" srcOrd="0" destOrd="0" presId="urn:microsoft.com/office/officeart/2008/layout/LinedList"/>
    <dgm:cxn modelId="{01A7E34E-27D8-4470-B6B6-CA613937CE82}" type="presOf" srcId="{9D159B34-2E63-4F29-BD84-1BDDB6867AA9}" destId="{8928D272-1012-4A95-84EA-9F553EFA5D6A}" srcOrd="0" destOrd="0" presId="urn:microsoft.com/office/officeart/2008/layout/LinedList"/>
    <dgm:cxn modelId="{A6B9C377-3423-44F0-9BA8-8DFC2454C95B}" srcId="{2ECB21A4-4503-40AD-9DA1-FD6D3ACF7594}" destId="{A52011B4-BBCA-4B61-A44C-057381100016}" srcOrd="4" destOrd="0" parTransId="{D4B1BEC3-FC97-4F8F-8675-ECCBF1A2F304}" sibTransId="{BF6E0E45-D7C6-4E7E-9233-17B51543AF56}"/>
    <dgm:cxn modelId="{98632FB7-033F-44C4-B5C2-393CC942F69B}" srcId="{2ECB21A4-4503-40AD-9DA1-FD6D3ACF7594}" destId="{F1069D2D-2FB5-4E43-A5D8-F7F007DA112A}" srcOrd="3" destOrd="0" parTransId="{36B87A42-1003-4CA9-824A-DA3385ACC726}" sibTransId="{399E2332-D253-489C-BA0E-176D60100051}"/>
    <dgm:cxn modelId="{1D4A37B8-B9F0-45C0-85B8-61F0BB65F89C}" srcId="{2ECB21A4-4503-40AD-9DA1-FD6D3ACF7594}" destId="{F36BE8ED-06FF-42E9-8680-7EE1AF0DD0CC}" srcOrd="5" destOrd="0" parTransId="{3499E535-A3C0-4FEE-8C42-8E6C8C03A48A}" sibTransId="{22C48536-F39F-40D4-A4FE-633EC616AB23}"/>
    <dgm:cxn modelId="{5572B1BD-0BEA-4B47-B2EC-ED86DE2210BC}" type="presOf" srcId="{DA2FAA20-64C2-46D8-B10D-A32A9C3F8CF1}" destId="{B5E6C50E-368E-480D-B30F-EE72E53B4997}" srcOrd="0" destOrd="0" presId="urn:microsoft.com/office/officeart/2008/layout/LinedList"/>
    <dgm:cxn modelId="{BEAC74C8-8062-41F2-8509-9B6821CB5872}" type="presOf" srcId="{9CECB64E-D9C1-4BDF-BBF7-9B9088E30404}" destId="{31C1D48D-0965-4554-97D3-1E6B0C500BAF}" srcOrd="0" destOrd="0" presId="urn:microsoft.com/office/officeart/2008/layout/LinedList"/>
    <dgm:cxn modelId="{98E9B6FC-56FE-4CA3-9645-B96AC8DF68AB}" srcId="{2ECB21A4-4503-40AD-9DA1-FD6D3ACF7594}" destId="{DA2FAA20-64C2-46D8-B10D-A32A9C3F8CF1}" srcOrd="0" destOrd="0" parTransId="{B92DB958-54A9-487D-B49D-5B7224FC539C}" sibTransId="{426A50FB-B11A-49DD-BCE7-9AAA032D4826}"/>
    <dgm:cxn modelId="{8B9DEA0A-DC1B-4F37-8CE0-3B406EBA3E37}" type="presParOf" srcId="{A995C00C-A77F-43CC-9483-FDF5A7F58D58}" destId="{F7222E3E-B5D1-453D-B6A3-27FE7DED6DE0}" srcOrd="0" destOrd="0" presId="urn:microsoft.com/office/officeart/2008/layout/LinedList"/>
    <dgm:cxn modelId="{A4FFE5C1-624C-4A44-9CD5-1191AB3CB19B}" type="presParOf" srcId="{A995C00C-A77F-43CC-9483-FDF5A7F58D58}" destId="{C8952BF0-2BCE-4F66-BB67-768478FACADF}" srcOrd="1" destOrd="0" presId="urn:microsoft.com/office/officeart/2008/layout/LinedList"/>
    <dgm:cxn modelId="{BA18C9E3-D7F5-4BB7-ADB3-682931C7FA74}" type="presParOf" srcId="{C8952BF0-2BCE-4F66-BB67-768478FACADF}" destId="{B5E6C50E-368E-480D-B30F-EE72E53B4997}" srcOrd="0" destOrd="0" presId="urn:microsoft.com/office/officeart/2008/layout/LinedList"/>
    <dgm:cxn modelId="{40E83051-5B67-4CCC-B4F2-DA8FB433D1A5}" type="presParOf" srcId="{C8952BF0-2BCE-4F66-BB67-768478FACADF}" destId="{8221891D-8ECE-4680-83F6-CF3FF917D0F2}" srcOrd="1" destOrd="0" presId="urn:microsoft.com/office/officeart/2008/layout/LinedList"/>
    <dgm:cxn modelId="{6DD08AB2-33F6-40AB-90BD-5C0DF7B33203}" type="presParOf" srcId="{A995C00C-A77F-43CC-9483-FDF5A7F58D58}" destId="{AA98D160-B698-4A26-84AF-103CD3ED673B}" srcOrd="2" destOrd="0" presId="urn:microsoft.com/office/officeart/2008/layout/LinedList"/>
    <dgm:cxn modelId="{75E1EBFC-BE39-4BEE-9D8B-BBB51DF4C3C2}" type="presParOf" srcId="{A995C00C-A77F-43CC-9483-FDF5A7F58D58}" destId="{F4FB9B92-592C-4DFF-BC05-398C51743E0E}" srcOrd="3" destOrd="0" presId="urn:microsoft.com/office/officeart/2008/layout/LinedList"/>
    <dgm:cxn modelId="{D2A8EE8F-A9E1-490F-8031-7A5919707E70}" type="presParOf" srcId="{F4FB9B92-592C-4DFF-BC05-398C51743E0E}" destId="{13700BF5-6FEC-411C-96C5-0E921055481B}" srcOrd="0" destOrd="0" presId="urn:microsoft.com/office/officeart/2008/layout/LinedList"/>
    <dgm:cxn modelId="{1707D927-6255-48D9-A070-974A316374BF}" type="presParOf" srcId="{F4FB9B92-592C-4DFF-BC05-398C51743E0E}" destId="{6D40CB77-C354-4E2A-9D04-BFD940334A37}" srcOrd="1" destOrd="0" presId="urn:microsoft.com/office/officeart/2008/layout/LinedList"/>
    <dgm:cxn modelId="{F9D31995-9FAC-4DAA-AEF7-CE4144A00A08}" type="presParOf" srcId="{A995C00C-A77F-43CC-9483-FDF5A7F58D58}" destId="{91AB1A5F-CCEC-47D2-BE1E-BBEE09A1F3C3}" srcOrd="4" destOrd="0" presId="urn:microsoft.com/office/officeart/2008/layout/LinedList"/>
    <dgm:cxn modelId="{C519424C-3066-40EA-9AB2-E29C5C66D443}" type="presParOf" srcId="{A995C00C-A77F-43CC-9483-FDF5A7F58D58}" destId="{C3057B37-1E11-4F52-BD4C-60585C0991FF}" srcOrd="5" destOrd="0" presId="urn:microsoft.com/office/officeart/2008/layout/LinedList"/>
    <dgm:cxn modelId="{55466134-5364-4DC8-88B0-D53918DA9B28}" type="presParOf" srcId="{C3057B37-1E11-4F52-BD4C-60585C0991FF}" destId="{68ADC38F-5032-4527-AF27-51D865DFAAE0}" srcOrd="0" destOrd="0" presId="urn:microsoft.com/office/officeart/2008/layout/LinedList"/>
    <dgm:cxn modelId="{85E27E5E-80FD-4FE5-A796-319B5895BF89}" type="presParOf" srcId="{C3057B37-1E11-4F52-BD4C-60585C0991FF}" destId="{EBCD63FF-C222-4B76-8A4D-41449A5A590D}" srcOrd="1" destOrd="0" presId="urn:microsoft.com/office/officeart/2008/layout/LinedList"/>
    <dgm:cxn modelId="{F29DB91C-5305-4CA6-A7DE-5C4934664196}" type="presParOf" srcId="{A995C00C-A77F-43CC-9483-FDF5A7F58D58}" destId="{3A62F91C-E35B-4273-B077-6330B08C7BE6}" srcOrd="6" destOrd="0" presId="urn:microsoft.com/office/officeart/2008/layout/LinedList"/>
    <dgm:cxn modelId="{66C768E3-A017-4CF8-A020-AB7F53D4525F}" type="presParOf" srcId="{A995C00C-A77F-43CC-9483-FDF5A7F58D58}" destId="{FF80AF79-8665-423F-A88E-71E46C0608F9}" srcOrd="7" destOrd="0" presId="urn:microsoft.com/office/officeart/2008/layout/LinedList"/>
    <dgm:cxn modelId="{6E8C5C6D-8465-4121-9F72-131BC7683251}" type="presParOf" srcId="{FF80AF79-8665-423F-A88E-71E46C0608F9}" destId="{2B1B25FA-241B-466C-9630-5FB90B975812}" srcOrd="0" destOrd="0" presId="urn:microsoft.com/office/officeart/2008/layout/LinedList"/>
    <dgm:cxn modelId="{0F7FE58C-A692-4667-A587-203EA54C6EEC}" type="presParOf" srcId="{FF80AF79-8665-423F-A88E-71E46C0608F9}" destId="{32B60FFE-7D88-42D2-A806-6F0D50695A70}" srcOrd="1" destOrd="0" presId="urn:microsoft.com/office/officeart/2008/layout/LinedList"/>
    <dgm:cxn modelId="{B0D55B7E-DCC3-445B-A9E7-E2EC7ADE4479}" type="presParOf" srcId="{A995C00C-A77F-43CC-9483-FDF5A7F58D58}" destId="{FD11461F-5138-457E-80D2-AC623CBB2DDE}" srcOrd="8" destOrd="0" presId="urn:microsoft.com/office/officeart/2008/layout/LinedList"/>
    <dgm:cxn modelId="{1F8E3CFF-1DD9-4654-AD12-144F10DBD9FB}" type="presParOf" srcId="{A995C00C-A77F-43CC-9483-FDF5A7F58D58}" destId="{2422951B-CEBB-4DA1-A9EA-AC966FD136CE}" srcOrd="9" destOrd="0" presId="urn:microsoft.com/office/officeart/2008/layout/LinedList"/>
    <dgm:cxn modelId="{1A8BF37B-4EB7-4B2D-A1F8-94C959FA24F2}" type="presParOf" srcId="{2422951B-CEBB-4DA1-A9EA-AC966FD136CE}" destId="{B7F2403D-CAF4-4573-A609-5EEC5D81E8FF}" srcOrd="0" destOrd="0" presId="urn:microsoft.com/office/officeart/2008/layout/LinedList"/>
    <dgm:cxn modelId="{9E9F8325-1C99-465E-A71E-D96DA70589AD}" type="presParOf" srcId="{2422951B-CEBB-4DA1-A9EA-AC966FD136CE}" destId="{A27117EB-6783-4C50-9738-D96605D26CB6}" srcOrd="1" destOrd="0" presId="urn:microsoft.com/office/officeart/2008/layout/LinedList"/>
    <dgm:cxn modelId="{F9644AA2-BF66-4E2F-A693-E58ED3A46334}" type="presParOf" srcId="{A995C00C-A77F-43CC-9483-FDF5A7F58D58}" destId="{8AB9D067-4219-44F0-B0F0-05CE0F8D06DE}" srcOrd="10" destOrd="0" presId="urn:microsoft.com/office/officeart/2008/layout/LinedList"/>
    <dgm:cxn modelId="{BE43283B-4C32-4DCC-AC55-9D26DE578F0F}" type="presParOf" srcId="{A995C00C-A77F-43CC-9483-FDF5A7F58D58}" destId="{E5593711-AE72-4D01-9A4C-1A50294B9881}" srcOrd="11" destOrd="0" presId="urn:microsoft.com/office/officeart/2008/layout/LinedList"/>
    <dgm:cxn modelId="{DA37F888-F1FE-4B62-883D-BF111AF747F4}" type="presParOf" srcId="{E5593711-AE72-4D01-9A4C-1A50294B9881}" destId="{6F11B555-6275-402D-9503-C7062B808114}" srcOrd="0" destOrd="0" presId="urn:microsoft.com/office/officeart/2008/layout/LinedList"/>
    <dgm:cxn modelId="{B93BB031-09E1-4462-A9F3-5A91CD350D2E}" type="presParOf" srcId="{E5593711-AE72-4D01-9A4C-1A50294B9881}" destId="{F30FFF0C-CA8F-470B-9F71-68F5719B808F}" srcOrd="1" destOrd="0" presId="urn:microsoft.com/office/officeart/2008/layout/LinedList"/>
    <dgm:cxn modelId="{BB4E768E-AB64-40FA-82D9-1BE866D40349}" type="presParOf" srcId="{A995C00C-A77F-43CC-9483-FDF5A7F58D58}" destId="{FA34C324-1C8B-4625-92E4-9CD26B784991}" srcOrd="12" destOrd="0" presId="urn:microsoft.com/office/officeart/2008/layout/LinedList"/>
    <dgm:cxn modelId="{3CDB51DD-2636-47DE-B500-C3F1E506F0A9}" type="presParOf" srcId="{A995C00C-A77F-43CC-9483-FDF5A7F58D58}" destId="{9EB6AB35-81C2-4C4C-9CE1-00D46026EB03}" srcOrd="13" destOrd="0" presId="urn:microsoft.com/office/officeart/2008/layout/LinedList"/>
    <dgm:cxn modelId="{F59360FE-7BBA-4C3B-8C1F-BDAEBA232BFC}" type="presParOf" srcId="{9EB6AB35-81C2-4C4C-9CE1-00D46026EB03}" destId="{31C1D48D-0965-4554-97D3-1E6B0C500BAF}" srcOrd="0" destOrd="0" presId="urn:microsoft.com/office/officeart/2008/layout/LinedList"/>
    <dgm:cxn modelId="{68E96F3E-0755-412B-B77D-15E0860219E8}" type="presParOf" srcId="{9EB6AB35-81C2-4C4C-9CE1-00D46026EB03}" destId="{E0572C25-1F27-4414-BFEB-D63F7E85CE87}" srcOrd="1" destOrd="0" presId="urn:microsoft.com/office/officeart/2008/layout/LinedList"/>
    <dgm:cxn modelId="{2C94BD27-2F14-49D4-BAA5-B271305EB713}" type="presParOf" srcId="{A995C00C-A77F-43CC-9483-FDF5A7F58D58}" destId="{0A53C8C1-D4A2-4CDA-80C1-10421B5910C2}" srcOrd="14" destOrd="0" presId="urn:microsoft.com/office/officeart/2008/layout/LinedList"/>
    <dgm:cxn modelId="{92E2832B-0903-4C83-BB0A-C5493BB6DA3D}" type="presParOf" srcId="{A995C00C-A77F-43CC-9483-FDF5A7F58D58}" destId="{3B95D6F4-24CB-4F90-8171-8B6C17A2C0E7}" srcOrd="15" destOrd="0" presId="urn:microsoft.com/office/officeart/2008/layout/LinedList"/>
    <dgm:cxn modelId="{401B2247-8EEB-44FB-AA3F-3110B138C3BE}" type="presParOf" srcId="{3B95D6F4-24CB-4F90-8171-8B6C17A2C0E7}" destId="{63886FD4-A374-491B-B8B7-C76E272A29D9}" srcOrd="0" destOrd="0" presId="urn:microsoft.com/office/officeart/2008/layout/LinedList"/>
    <dgm:cxn modelId="{8575C14F-B15B-4C65-A427-D9615518DA58}" type="presParOf" srcId="{3B95D6F4-24CB-4F90-8171-8B6C17A2C0E7}" destId="{320F78CF-D38F-48ED-ACE3-3EC35B710F1B}" srcOrd="1" destOrd="0" presId="urn:microsoft.com/office/officeart/2008/layout/LinedList"/>
    <dgm:cxn modelId="{05288A06-8F05-478E-BC68-C8168874085D}" type="presParOf" srcId="{A995C00C-A77F-43CC-9483-FDF5A7F58D58}" destId="{D061782A-E553-4AE2-935E-871B3F10C3F1}" srcOrd="16" destOrd="0" presId="urn:microsoft.com/office/officeart/2008/layout/LinedList"/>
    <dgm:cxn modelId="{6009ED6B-98A9-454F-A378-F672D3E0EA25}" type="presParOf" srcId="{A995C00C-A77F-43CC-9483-FDF5A7F58D58}" destId="{E9C9DC9B-AEB4-4714-8542-A998AEBB51F1}" srcOrd="17" destOrd="0" presId="urn:microsoft.com/office/officeart/2008/layout/LinedList"/>
    <dgm:cxn modelId="{EE7232AD-A6B9-479D-BD39-F16400C8A12A}" type="presParOf" srcId="{E9C9DC9B-AEB4-4714-8542-A998AEBB51F1}" destId="{8928D272-1012-4A95-84EA-9F553EFA5D6A}" srcOrd="0" destOrd="0" presId="urn:microsoft.com/office/officeart/2008/layout/LinedList"/>
    <dgm:cxn modelId="{6E6C134A-C779-412D-9A3A-5BB2678871C1}" type="presParOf" srcId="{E9C9DC9B-AEB4-4714-8542-A998AEBB51F1}" destId="{D92F854E-497F-4F68-9C91-05C488A098C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228107-2E25-46EB-A8A6-13684F27009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BC71363-86E7-4E56-A333-496DB3E9DD27}">
      <dgm:prSet/>
      <dgm:spPr/>
      <dgm:t>
        <a:bodyPr/>
        <a:lstStyle/>
        <a:p>
          <a:r>
            <a:rPr lang="en-GB" b="0" i="0"/>
            <a:t>Security is one of the biggest challenges in the world of IoT. Users may share sensitive data among objects and risk a breach, but they should be aware of the security risks of the Internet and learn how to avoid them</a:t>
          </a:r>
          <a:endParaRPr lang="en-US"/>
        </a:p>
      </dgm:t>
    </dgm:pt>
    <dgm:pt modelId="{4F456899-1D7B-4950-B946-95FA9F239C3C}" type="parTrans" cxnId="{C4AFEBA0-3311-4F26-A05A-BE2FA350BE26}">
      <dgm:prSet/>
      <dgm:spPr/>
      <dgm:t>
        <a:bodyPr/>
        <a:lstStyle/>
        <a:p>
          <a:endParaRPr lang="en-US"/>
        </a:p>
      </dgm:t>
    </dgm:pt>
    <dgm:pt modelId="{3805F992-E494-4FA4-8DAC-F76199400AD1}" type="sibTrans" cxnId="{C4AFEBA0-3311-4F26-A05A-BE2FA350BE26}">
      <dgm:prSet/>
      <dgm:spPr/>
      <dgm:t>
        <a:bodyPr/>
        <a:lstStyle/>
        <a:p>
          <a:endParaRPr lang="en-US"/>
        </a:p>
      </dgm:t>
    </dgm:pt>
    <dgm:pt modelId="{C65ABB6F-923D-4B85-B3D6-8B89677E70B6}">
      <dgm:prSet/>
      <dgm:spPr/>
      <dgm:t>
        <a:bodyPr/>
        <a:lstStyle/>
        <a:p>
          <a:r>
            <a:rPr lang="en-GB" b="0" i="0"/>
            <a:t>Therefore, the intellectual property of IoT devices is a highly controversial issue. We should pay more attention to security, privacy, and intellectual property when we use the Internet of Things.</a:t>
          </a:r>
          <a:endParaRPr lang="en-US"/>
        </a:p>
      </dgm:t>
    </dgm:pt>
    <dgm:pt modelId="{D950CF7E-B0B7-4E5C-8D7B-F3CEE196445D}" type="parTrans" cxnId="{589FBE4F-FC08-4666-8F13-A9183B275EA3}">
      <dgm:prSet/>
      <dgm:spPr/>
      <dgm:t>
        <a:bodyPr/>
        <a:lstStyle/>
        <a:p>
          <a:endParaRPr lang="en-US"/>
        </a:p>
      </dgm:t>
    </dgm:pt>
    <dgm:pt modelId="{933D65D3-33C5-4332-9C26-0F2D1C37E0FC}" type="sibTrans" cxnId="{589FBE4F-FC08-4666-8F13-A9183B275EA3}">
      <dgm:prSet/>
      <dgm:spPr/>
      <dgm:t>
        <a:bodyPr/>
        <a:lstStyle/>
        <a:p>
          <a:endParaRPr lang="en-US"/>
        </a:p>
      </dgm:t>
    </dgm:pt>
    <dgm:pt modelId="{61C11E33-242E-4348-9C55-EF55B1DE719D}" type="pres">
      <dgm:prSet presAssocID="{FE228107-2E25-46EB-A8A6-13684F27009B}" presName="root" presStyleCnt="0">
        <dgm:presLayoutVars>
          <dgm:dir/>
          <dgm:resizeHandles val="exact"/>
        </dgm:presLayoutVars>
      </dgm:prSet>
      <dgm:spPr/>
    </dgm:pt>
    <dgm:pt modelId="{C8209C4D-63C2-46E3-8955-92AFFFD2B633}" type="pres">
      <dgm:prSet presAssocID="{BBC71363-86E7-4E56-A333-496DB3E9DD27}" presName="compNode" presStyleCnt="0"/>
      <dgm:spPr/>
    </dgm:pt>
    <dgm:pt modelId="{01EF3D10-6DE2-4FF3-BDD9-FC6B618C32CD}" type="pres">
      <dgm:prSet presAssocID="{BBC71363-86E7-4E56-A333-496DB3E9DD27}" presName="bgRect" presStyleLbl="bgShp" presStyleIdx="0" presStyleCnt="2"/>
      <dgm:spPr/>
    </dgm:pt>
    <dgm:pt modelId="{39248921-DEEF-4B40-B8D6-C55F4099F031}" type="pres">
      <dgm:prSet presAssocID="{BBC71363-86E7-4E56-A333-496DB3E9DD2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 Computing"/>
        </a:ext>
      </dgm:extLst>
    </dgm:pt>
    <dgm:pt modelId="{0C8CD110-575C-481E-A1B4-482ACDCC43B3}" type="pres">
      <dgm:prSet presAssocID="{BBC71363-86E7-4E56-A333-496DB3E9DD27}" presName="spaceRect" presStyleCnt="0"/>
      <dgm:spPr/>
    </dgm:pt>
    <dgm:pt modelId="{C6EE8659-E0E9-49B5-8C4A-8B0A18D969C9}" type="pres">
      <dgm:prSet presAssocID="{BBC71363-86E7-4E56-A333-496DB3E9DD27}" presName="parTx" presStyleLbl="revTx" presStyleIdx="0" presStyleCnt="2">
        <dgm:presLayoutVars>
          <dgm:chMax val="0"/>
          <dgm:chPref val="0"/>
        </dgm:presLayoutVars>
      </dgm:prSet>
      <dgm:spPr/>
    </dgm:pt>
    <dgm:pt modelId="{DA1C5EAB-C4F1-4FB5-92A3-348000E725CE}" type="pres">
      <dgm:prSet presAssocID="{3805F992-E494-4FA4-8DAC-F76199400AD1}" presName="sibTrans" presStyleCnt="0"/>
      <dgm:spPr/>
    </dgm:pt>
    <dgm:pt modelId="{841DA5EA-BBB3-4D2D-B34B-FBA6939A11E8}" type="pres">
      <dgm:prSet presAssocID="{C65ABB6F-923D-4B85-B3D6-8B89677E70B6}" presName="compNode" presStyleCnt="0"/>
      <dgm:spPr/>
    </dgm:pt>
    <dgm:pt modelId="{994B0310-519C-433E-BCBD-366AFA11703F}" type="pres">
      <dgm:prSet presAssocID="{C65ABB6F-923D-4B85-B3D6-8B89677E70B6}" presName="bgRect" presStyleLbl="bgShp" presStyleIdx="1" presStyleCnt="2"/>
      <dgm:spPr/>
    </dgm:pt>
    <dgm:pt modelId="{1C53CB51-7560-4A81-A2E3-3CF4D0E91F39}" type="pres">
      <dgm:prSet presAssocID="{C65ABB6F-923D-4B85-B3D6-8B89677E70B6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66D48A3-269D-4FEA-B9FB-535AFAEC15B1}" type="pres">
      <dgm:prSet presAssocID="{C65ABB6F-923D-4B85-B3D6-8B89677E70B6}" presName="spaceRect" presStyleCnt="0"/>
      <dgm:spPr/>
    </dgm:pt>
    <dgm:pt modelId="{A969E2FA-9461-420F-B0CA-9EDDAA129367}" type="pres">
      <dgm:prSet presAssocID="{C65ABB6F-923D-4B85-B3D6-8B89677E70B6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63978F02-8E76-440B-A831-265E853508C0}" type="presOf" srcId="{BBC71363-86E7-4E56-A333-496DB3E9DD27}" destId="{C6EE8659-E0E9-49B5-8C4A-8B0A18D969C9}" srcOrd="0" destOrd="0" presId="urn:microsoft.com/office/officeart/2018/2/layout/IconVerticalSolidList"/>
    <dgm:cxn modelId="{80DAD007-B669-42CA-8F6F-8CF767161ECF}" type="presOf" srcId="{C65ABB6F-923D-4B85-B3D6-8B89677E70B6}" destId="{A969E2FA-9461-420F-B0CA-9EDDAA129367}" srcOrd="0" destOrd="0" presId="urn:microsoft.com/office/officeart/2018/2/layout/IconVerticalSolidList"/>
    <dgm:cxn modelId="{589FBE4F-FC08-4666-8F13-A9183B275EA3}" srcId="{FE228107-2E25-46EB-A8A6-13684F27009B}" destId="{C65ABB6F-923D-4B85-B3D6-8B89677E70B6}" srcOrd="1" destOrd="0" parTransId="{D950CF7E-B0B7-4E5C-8D7B-F3CEE196445D}" sibTransId="{933D65D3-33C5-4332-9C26-0F2D1C37E0FC}"/>
    <dgm:cxn modelId="{5E76EC7E-3A57-468E-B67E-D73A90867B94}" type="presOf" srcId="{FE228107-2E25-46EB-A8A6-13684F27009B}" destId="{61C11E33-242E-4348-9C55-EF55B1DE719D}" srcOrd="0" destOrd="0" presId="urn:microsoft.com/office/officeart/2018/2/layout/IconVerticalSolidList"/>
    <dgm:cxn modelId="{C4AFEBA0-3311-4F26-A05A-BE2FA350BE26}" srcId="{FE228107-2E25-46EB-A8A6-13684F27009B}" destId="{BBC71363-86E7-4E56-A333-496DB3E9DD27}" srcOrd="0" destOrd="0" parTransId="{4F456899-1D7B-4950-B946-95FA9F239C3C}" sibTransId="{3805F992-E494-4FA4-8DAC-F76199400AD1}"/>
    <dgm:cxn modelId="{3F375279-AE9E-47CA-B624-9CA186681124}" type="presParOf" srcId="{61C11E33-242E-4348-9C55-EF55B1DE719D}" destId="{C8209C4D-63C2-46E3-8955-92AFFFD2B633}" srcOrd="0" destOrd="0" presId="urn:microsoft.com/office/officeart/2018/2/layout/IconVerticalSolidList"/>
    <dgm:cxn modelId="{E22B6B14-2D8E-43C4-B394-FB211E516C05}" type="presParOf" srcId="{C8209C4D-63C2-46E3-8955-92AFFFD2B633}" destId="{01EF3D10-6DE2-4FF3-BDD9-FC6B618C32CD}" srcOrd="0" destOrd="0" presId="urn:microsoft.com/office/officeart/2018/2/layout/IconVerticalSolidList"/>
    <dgm:cxn modelId="{A27C177B-C920-411E-9A20-CF0E7E78DA3E}" type="presParOf" srcId="{C8209C4D-63C2-46E3-8955-92AFFFD2B633}" destId="{39248921-DEEF-4B40-B8D6-C55F4099F031}" srcOrd="1" destOrd="0" presId="urn:microsoft.com/office/officeart/2018/2/layout/IconVerticalSolidList"/>
    <dgm:cxn modelId="{A0DC5BED-FE3E-421A-BCBA-840D3E60101A}" type="presParOf" srcId="{C8209C4D-63C2-46E3-8955-92AFFFD2B633}" destId="{0C8CD110-575C-481E-A1B4-482ACDCC43B3}" srcOrd="2" destOrd="0" presId="urn:microsoft.com/office/officeart/2018/2/layout/IconVerticalSolidList"/>
    <dgm:cxn modelId="{358ABDE8-4263-42EB-B181-6347FAC90926}" type="presParOf" srcId="{C8209C4D-63C2-46E3-8955-92AFFFD2B633}" destId="{C6EE8659-E0E9-49B5-8C4A-8B0A18D969C9}" srcOrd="3" destOrd="0" presId="urn:microsoft.com/office/officeart/2018/2/layout/IconVerticalSolidList"/>
    <dgm:cxn modelId="{30E557C8-5A41-43D4-8645-A596DE044A49}" type="presParOf" srcId="{61C11E33-242E-4348-9C55-EF55B1DE719D}" destId="{DA1C5EAB-C4F1-4FB5-92A3-348000E725CE}" srcOrd="1" destOrd="0" presId="urn:microsoft.com/office/officeart/2018/2/layout/IconVerticalSolidList"/>
    <dgm:cxn modelId="{FA19B023-E422-4FAF-814E-26E0D4D50017}" type="presParOf" srcId="{61C11E33-242E-4348-9C55-EF55B1DE719D}" destId="{841DA5EA-BBB3-4D2D-B34B-FBA6939A11E8}" srcOrd="2" destOrd="0" presId="urn:microsoft.com/office/officeart/2018/2/layout/IconVerticalSolidList"/>
    <dgm:cxn modelId="{22B9F27E-F322-4145-9850-AE9E005BCF3A}" type="presParOf" srcId="{841DA5EA-BBB3-4D2D-B34B-FBA6939A11E8}" destId="{994B0310-519C-433E-BCBD-366AFA11703F}" srcOrd="0" destOrd="0" presId="urn:microsoft.com/office/officeart/2018/2/layout/IconVerticalSolidList"/>
    <dgm:cxn modelId="{6665288A-8EFB-4940-893A-0D5A5FC711F3}" type="presParOf" srcId="{841DA5EA-BBB3-4D2D-B34B-FBA6939A11E8}" destId="{1C53CB51-7560-4A81-A2E3-3CF4D0E91F39}" srcOrd="1" destOrd="0" presId="urn:microsoft.com/office/officeart/2018/2/layout/IconVerticalSolidList"/>
    <dgm:cxn modelId="{6D49BED0-ADCF-43F8-86C1-D5CC1ACC49AE}" type="presParOf" srcId="{841DA5EA-BBB3-4D2D-B34B-FBA6939A11E8}" destId="{766D48A3-269D-4FEA-B9FB-535AFAEC15B1}" srcOrd="2" destOrd="0" presId="urn:microsoft.com/office/officeart/2018/2/layout/IconVerticalSolidList"/>
    <dgm:cxn modelId="{FF9AF10F-1D5A-4536-BB2A-182ED731E086}" type="presParOf" srcId="{841DA5EA-BBB3-4D2D-B34B-FBA6939A11E8}" destId="{A969E2FA-9461-420F-B0CA-9EDDAA12936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7222E3E-B5D1-453D-B6A3-27FE7DED6DE0}">
      <dsp:nvSpPr>
        <dsp:cNvPr id="0" name=""/>
        <dsp:cNvSpPr/>
      </dsp:nvSpPr>
      <dsp:spPr>
        <a:xfrm>
          <a:off x="0" y="665"/>
          <a:ext cx="6290226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6C50E-368E-480D-B30F-EE72E53B4997}">
      <dsp:nvSpPr>
        <dsp:cNvPr id="0" name=""/>
        <dsp:cNvSpPr/>
      </dsp:nvSpPr>
      <dsp:spPr>
        <a:xfrm>
          <a:off x="0" y="665"/>
          <a:ext cx="6290226" cy="60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Agriculture</a:t>
          </a:r>
          <a:endParaRPr lang="en-US" sz="2700" kern="1200"/>
        </a:p>
      </dsp:txBody>
      <dsp:txXfrm>
        <a:off x="0" y="665"/>
        <a:ext cx="6290226" cy="605157"/>
      </dsp:txXfrm>
    </dsp:sp>
    <dsp:sp modelId="{AA98D160-B698-4A26-84AF-103CD3ED673B}">
      <dsp:nvSpPr>
        <dsp:cNvPr id="0" name=""/>
        <dsp:cNvSpPr/>
      </dsp:nvSpPr>
      <dsp:spPr>
        <a:xfrm>
          <a:off x="0" y="605822"/>
          <a:ext cx="6290226" cy="0"/>
        </a:xfrm>
        <a:prstGeom prst="line">
          <a:avLst/>
        </a:prstGeom>
        <a:solidFill>
          <a:schemeClr val="accent2">
            <a:hueOff val="143686"/>
            <a:satOff val="-2347"/>
            <a:lumOff val="147"/>
            <a:alphaOff val="0"/>
          </a:schemeClr>
        </a:solidFill>
        <a:ln w="12700" cap="flat" cmpd="sng" algn="ctr">
          <a:solidFill>
            <a:schemeClr val="accent2">
              <a:hueOff val="143686"/>
              <a:satOff val="-2347"/>
              <a:lumOff val="14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700BF5-6FEC-411C-96C5-0E921055481B}">
      <dsp:nvSpPr>
        <dsp:cNvPr id="0" name=""/>
        <dsp:cNvSpPr/>
      </dsp:nvSpPr>
      <dsp:spPr>
        <a:xfrm>
          <a:off x="0" y="605822"/>
          <a:ext cx="6290226" cy="60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Environment</a:t>
          </a:r>
          <a:endParaRPr lang="en-US" sz="2700" kern="1200"/>
        </a:p>
      </dsp:txBody>
      <dsp:txXfrm>
        <a:off x="0" y="605822"/>
        <a:ext cx="6290226" cy="605157"/>
      </dsp:txXfrm>
    </dsp:sp>
    <dsp:sp modelId="{91AB1A5F-CCEC-47D2-BE1E-BBEE09A1F3C3}">
      <dsp:nvSpPr>
        <dsp:cNvPr id="0" name=""/>
        <dsp:cNvSpPr/>
      </dsp:nvSpPr>
      <dsp:spPr>
        <a:xfrm>
          <a:off x="0" y="1210979"/>
          <a:ext cx="6290226" cy="0"/>
        </a:xfrm>
        <a:prstGeom prst="line">
          <a:avLst/>
        </a:prstGeom>
        <a:solidFill>
          <a:schemeClr val="accent2">
            <a:hueOff val="287373"/>
            <a:satOff val="-4693"/>
            <a:lumOff val="294"/>
            <a:alphaOff val="0"/>
          </a:schemeClr>
        </a:solidFill>
        <a:ln w="12700" cap="flat" cmpd="sng" algn="ctr">
          <a:solidFill>
            <a:schemeClr val="accent2">
              <a:hueOff val="287373"/>
              <a:satOff val="-4693"/>
              <a:lumOff val="29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ADC38F-5032-4527-AF27-51D865DFAAE0}">
      <dsp:nvSpPr>
        <dsp:cNvPr id="0" name=""/>
        <dsp:cNvSpPr/>
      </dsp:nvSpPr>
      <dsp:spPr>
        <a:xfrm>
          <a:off x="0" y="1210979"/>
          <a:ext cx="6290226" cy="60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Smart Home</a:t>
          </a:r>
          <a:endParaRPr lang="en-US" sz="2700" kern="1200"/>
        </a:p>
      </dsp:txBody>
      <dsp:txXfrm>
        <a:off x="0" y="1210979"/>
        <a:ext cx="6290226" cy="605157"/>
      </dsp:txXfrm>
    </dsp:sp>
    <dsp:sp modelId="{3A62F91C-E35B-4273-B077-6330B08C7BE6}">
      <dsp:nvSpPr>
        <dsp:cNvPr id="0" name=""/>
        <dsp:cNvSpPr/>
      </dsp:nvSpPr>
      <dsp:spPr>
        <a:xfrm>
          <a:off x="0" y="1816136"/>
          <a:ext cx="6290226" cy="0"/>
        </a:xfrm>
        <a:prstGeom prst="line">
          <a:avLst/>
        </a:prstGeom>
        <a:solidFill>
          <a:schemeClr val="accent2">
            <a:hueOff val="431059"/>
            <a:satOff val="-7040"/>
            <a:lumOff val="441"/>
            <a:alphaOff val="0"/>
          </a:schemeClr>
        </a:solidFill>
        <a:ln w="12700" cap="flat" cmpd="sng" algn="ctr">
          <a:solidFill>
            <a:schemeClr val="accent2">
              <a:hueOff val="431059"/>
              <a:satOff val="-7040"/>
              <a:lumOff val="44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1B25FA-241B-466C-9630-5FB90B975812}">
      <dsp:nvSpPr>
        <dsp:cNvPr id="0" name=""/>
        <dsp:cNvSpPr/>
      </dsp:nvSpPr>
      <dsp:spPr>
        <a:xfrm>
          <a:off x="0" y="1816136"/>
          <a:ext cx="6290226" cy="60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Health Care</a:t>
          </a:r>
          <a:endParaRPr lang="en-US" sz="2700" kern="1200"/>
        </a:p>
      </dsp:txBody>
      <dsp:txXfrm>
        <a:off x="0" y="1816136"/>
        <a:ext cx="6290226" cy="605157"/>
      </dsp:txXfrm>
    </dsp:sp>
    <dsp:sp modelId="{FD11461F-5138-457E-80D2-AC623CBB2DDE}">
      <dsp:nvSpPr>
        <dsp:cNvPr id="0" name=""/>
        <dsp:cNvSpPr/>
      </dsp:nvSpPr>
      <dsp:spPr>
        <a:xfrm>
          <a:off x="0" y="2421293"/>
          <a:ext cx="6290226" cy="0"/>
        </a:xfrm>
        <a:prstGeom prst="line">
          <a:avLst/>
        </a:prstGeom>
        <a:solidFill>
          <a:schemeClr val="accent2">
            <a:hueOff val="574745"/>
            <a:satOff val="-9386"/>
            <a:lumOff val="588"/>
            <a:alphaOff val="0"/>
          </a:schemeClr>
        </a:solidFill>
        <a:ln w="12700" cap="flat" cmpd="sng" algn="ctr">
          <a:solidFill>
            <a:schemeClr val="accent2">
              <a:hueOff val="574745"/>
              <a:satOff val="-9386"/>
              <a:lumOff val="58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7F2403D-CAF4-4573-A609-5EEC5D81E8FF}">
      <dsp:nvSpPr>
        <dsp:cNvPr id="0" name=""/>
        <dsp:cNvSpPr/>
      </dsp:nvSpPr>
      <dsp:spPr>
        <a:xfrm>
          <a:off x="0" y="2421293"/>
          <a:ext cx="6290226" cy="60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Smart Cities</a:t>
          </a:r>
          <a:endParaRPr lang="en-US" sz="2700" kern="1200"/>
        </a:p>
      </dsp:txBody>
      <dsp:txXfrm>
        <a:off x="0" y="2421293"/>
        <a:ext cx="6290226" cy="605157"/>
      </dsp:txXfrm>
    </dsp:sp>
    <dsp:sp modelId="{8AB9D067-4219-44F0-B0F0-05CE0F8D06DE}">
      <dsp:nvSpPr>
        <dsp:cNvPr id="0" name=""/>
        <dsp:cNvSpPr/>
      </dsp:nvSpPr>
      <dsp:spPr>
        <a:xfrm>
          <a:off x="0" y="3026451"/>
          <a:ext cx="6290226" cy="0"/>
        </a:xfrm>
        <a:prstGeom prst="line">
          <a:avLst/>
        </a:prstGeom>
        <a:solidFill>
          <a:schemeClr val="accent2">
            <a:hueOff val="718431"/>
            <a:satOff val="-11733"/>
            <a:lumOff val="735"/>
            <a:alphaOff val="0"/>
          </a:schemeClr>
        </a:solidFill>
        <a:ln w="12700" cap="flat" cmpd="sng" algn="ctr">
          <a:solidFill>
            <a:schemeClr val="accent2">
              <a:hueOff val="718431"/>
              <a:satOff val="-11733"/>
              <a:lumOff val="73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1B555-6275-402D-9503-C7062B808114}">
      <dsp:nvSpPr>
        <dsp:cNvPr id="0" name=""/>
        <dsp:cNvSpPr/>
      </dsp:nvSpPr>
      <dsp:spPr>
        <a:xfrm>
          <a:off x="0" y="3026451"/>
          <a:ext cx="6290226" cy="60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Safe Driving</a:t>
          </a:r>
          <a:endParaRPr lang="en-US" sz="2700" kern="1200"/>
        </a:p>
      </dsp:txBody>
      <dsp:txXfrm>
        <a:off x="0" y="3026451"/>
        <a:ext cx="6290226" cy="605157"/>
      </dsp:txXfrm>
    </dsp:sp>
    <dsp:sp modelId="{FA34C324-1C8B-4625-92E4-9CD26B784991}">
      <dsp:nvSpPr>
        <dsp:cNvPr id="0" name=""/>
        <dsp:cNvSpPr/>
      </dsp:nvSpPr>
      <dsp:spPr>
        <a:xfrm>
          <a:off x="0" y="3631608"/>
          <a:ext cx="6290226" cy="0"/>
        </a:xfrm>
        <a:prstGeom prst="line">
          <a:avLst/>
        </a:prstGeom>
        <a:solidFill>
          <a:schemeClr val="accent2">
            <a:hueOff val="862118"/>
            <a:satOff val="-14079"/>
            <a:lumOff val="882"/>
            <a:alphaOff val="0"/>
          </a:schemeClr>
        </a:solidFill>
        <a:ln w="12700" cap="flat" cmpd="sng" algn="ctr">
          <a:solidFill>
            <a:schemeClr val="accent2">
              <a:hueOff val="862118"/>
              <a:satOff val="-14079"/>
              <a:lumOff val="88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C1D48D-0965-4554-97D3-1E6B0C500BAF}">
      <dsp:nvSpPr>
        <dsp:cNvPr id="0" name=""/>
        <dsp:cNvSpPr/>
      </dsp:nvSpPr>
      <dsp:spPr>
        <a:xfrm>
          <a:off x="0" y="3631608"/>
          <a:ext cx="6290226" cy="60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Waste management</a:t>
          </a:r>
          <a:endParaRPr lang="en-US" sz="2700" kern="1200"/>
        </a:p>
      </dsp:txBody>
      <dsp:txXfrm>
        <a:off x="0" y="3631608"/>
        <a:ext cx="6290226" cy="605157"/>
      </dsp:txXfrm>
    </dsp:sp>
    <dsp:sp modelId="{0A53C8C1-D4A2-4CDA-80C1-10421B5910C2}">
      <dsp:nvSpPr>
        <dsp:cNvPr id="0" name=""/>
        <dsp:cNvSpPr/>
      </dsp:nvSpPr>
      <dsp:spPr>
        <a:xfrm>
          <a:off x="0" y="4236765"/>
          <a:ext cx="6290226" cy="0"/>
        </a:xfrm>
        <a:prstGeom prst="line">
          <a:avLst/>
        </a:prstGeom>
        <a:solidFill>
          <a:schemeClr val="accent2">
            <a:hueOff val="1005804"/>
            <a:satOff val="-16425"/>
            <a:lumOff val="1029"/>
            <a:alphaOff val="0"/>
          </a:schemeClr>
        </a:solidFill>
        <a:ln w="12700" cap="flat" cmpd="sng" algn="ctr">
          <a:solidFill>
            <a:schemeClr val="accent2">
              <a:hueOff val="1005804"/>
              <a:satOff val="-16425"/>
              <a:lumOff val="102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886FD4-A374-491B-B8B7-C76E272A29D9}">
      <dsp:nvSpPr>
        <dsp:cNvPr id="0" name=""/>
        <dsp:cNvSpPr/>
      </dsp:nvSpPr>
      <dsp:spPr>
        <a:xfrm>
          <a:off x="0" y="4236765"/>
          <a:ext cx="6290226" cy="60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Industrial issues</a:t>
          </a:r>
          <a:endParaRPr lang="en-US" sz="2700" kern="1200"/>
        </a:p>
      </dsp:txBody>
      <dsp:txXfrm>
        <a:off x="0" y="4236765"/>
        <a:ext cx="6290226" cy="605157"/>
      </dsp:txXfrm>
    </dsp:sp>
    <dsp:sp modelId="{D061782A-E553-4AE2-935E-871B3F10C3F1}">
      <dsp:nvSpPr>
        <dsp:cNvPr id="0" name=""/>
        <dsp:cNvSpPr/>
      </dsp:nvSpPr>
      <dsp:spPr>
        <a:xfrm>
          <a:off x="0" y="4841922"/>
          <a:ext cx="6290226" cy="0"/>
        </a:xfrm>
        <a:prstGeom prst="line">
          <a:avLst/>
        </a:prstGeom>
        <a:solidFill>
          <a:schemeClr val="accent2">
            <a:hueOff val="1149490"/>
            <a:satOff val="-18772"/>
            <a:lumOff val="1176"/>
            <a:alphaOff val="0"/>
          </a:schemeClr>
        </a:solidFill>
        <a:ln w="12700" cap="flat" cmpd="sng" algn="ctr">
          <a:solidFill>
            <a:schemeClr val="accent2">
              <a:hueOff val="1149490"/>
              <a:satOff val="-18772"/>
              <a:lumOff val="117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28D272-1012-4A95-84EA-9F553EFA5D6A}">
      <dsp:nvSpPr>
        <dsp:cNvPr id="0" name=""/>
        <dsp:cNvSpPr/>
      </dsp:nvSpPr>
      <dsp:spPr>
        <a:xfrm>
          <a:off x="0" y="4841922"/>
          <a:ext cx="6290226" cy="6051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700" kern="1200"/>
            <a:t>Supply chain</a:t>
          </a:r>
          <a:endParaRPr lang="en-US" sz="2700" kern="1200"/>
        </a:p>
      </dsp:txBody>
      <dsp:txXfrm>
        <a:off x="0" y="4841922"/>
        <a:ext cx="6290226" cy="6051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EF3D10-6DE2-4FF3-BDD9-FC6B618C32CD}">
      <dsp:nvSpPr>
        <dsp:cNvPr id="0" name=""/>
        <dsp:cNvSpPr/>
      </dsp:nvSpPr>
      <dsp:spPr>
        <a:xfrm>
          <a:off x="0" y="826703"/>
          <a:ext cx="6403994" cy="15262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48921-DEEF-4B40-B8D6-C55F4099F031}">
      <dsp:nvSpPr>
        <dsp:cNvPr id="0" name=""/>
        <dsp:cNvSpPr/>
      </dsp:nvSpPr>
      <dsp:spPr>
        <a:xfrm>
          <a:off x="461682" y="1170104"/>
          <a:ext cx="839422" cy="8394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EE8659-E0E9-49B5-8C4A-8B0A18D969C9}">
      <dsp:nvSpPr>
        <dsp:cNvPr id="0" name=""/>
        <dsp:cNvSpPr/>
      </dsp:nvSpPr>
      <dsp:spPr>
        <a:xfrm>
          <a:off x="1762787" y="826703"/>
          <a:ext cx="4641206" cy="1526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525" tIns="161525" rIns="161525" bIns="16152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/>
            <a:t>Security is one of the biggest challenges in the world of IoT. Users may share sensitive data among objects and risk a breach, but they should be aware of the security risks of the Internet and learn how to avoid them</a:t>
          </a:r>
          <a:endParaRPr lang="en-US" sz="1600" kern="1200"/>
        </a:p>
      </dsp:txBody>
      <dsp:txXfrm>
        <a:off x="1762787" y="826703"/>
        <a:ext cx="4641206" cy="1526222"/>
      </dsp:txXfrm>
    </dsp:sp>
    <dsp:sp modelId="{994B0310-519C-433E-BCBD-366AFA11703F}">
      <dsp:nvSpPr>
        <dsp:cNvPr id="0" name=""/>
        <dsp:cNvSpPr/>
      </dsp:nvSpPr>
      <dsp:spPr>
        <a:xfrm>
          <a:off x="0" y="2734482"/>
          <a:ext cx="6403994" cy="15262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53CB51-7560-4A81-A2E3-3CF4D0E91F39}">
      <dsp:nvSpPr>
        <dsp:cNvPr id="0" name=""/>
        <dsp:cNvSpPr/>
      </dsp:nvSpPr>
      <dsp:spPr>
        <a:xfrm>
          <a:off x="461682" y="3077882"/>
          <a:ext cx="839422" cy="83942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69E2FA-9461-420F-B0CA-9EDDAA129367}">
      <dsp:nvSpPr>
        <dsp:cNvPr id="0" name=""/>
        <dsp:cNvSpPr/>
      </dsp:nvSpPr>
      <dsp:spPr>
        <a:xfrm>
          <a:off x="1762787" y="2734482"/>
          <a:ext cx="4641206" cy="1526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525" tIns="161525" rIns="161525" bIns="161525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0" i="0" kern="1200"/>
            <a:t>Therefore, the intellectual property of IoT devices is a highly controversial issue. We should pay more attention to security, privacy, and intellectual property when we use the Internet of Things.</a:t>
          </a:r>
          <a:endParaRPr lang="en-US" sz="1600" kern="1200"/>
        </a:p>
      </dsp:txBody>
      <dsp:txXfrm>
        <a:off x="1762787" y="2734482"/>
        <a:ext cx="4641206" cy="1526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4247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93911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37829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0941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94562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0652324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22726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173715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045054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05666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5455671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32078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74357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000156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93214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160268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77593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FCD4B5-21AC-4D8C-BFC5-0348EF3F71D2}" type="datetimeFigureOut">
              <a:rPr lang="en-PK" smtClean="0"/>
              <a:t>18/04/2026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29C50-3B97-43E8-8EBA-10D12FAB7035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5672606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7244538-290E-40DA-A93A-14BB3E6CF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1999" cy="454372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A31F3F-4EB7-4EC7-9D1B-98FC45254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15888" y="673240"/>
            <a:ext cx="5951914" cy="3446373"/>
          </a:xfrm>
          <a:noFill/>
          <a:ln w="19050">
            <a:noFill/>
            <a:prstDash val="dash"/>
          </a:ln>
        </p:spPr>
        <p:txBody>
          <a:bodyPr>
            <a:normAutofit/>
          </a:bodyPr>
          <a:lstStyle/>
          <a:p>
            <a:pPr algn="r"/>
            <a:r>
              <a:rPr lang="en-GB" sz="48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of IOT in Real World</a:t>
            </a:r>
            <a:endParaRPr lang="en-PK" sz="4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1DF3B3-9DBC-445D-AE4E-A62E5A9B8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96638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erial view of a city skyline">
            <a:extLst>
              <a:ext uri="{FF2B5EF4-FFF2-40B4-BE49-F238E27FC236}">
                <a16:creationId xmlns:a16="http://schemas.microsoft.com/office/drawing/2014/main" id="{789B50B5-6ECF-853A-3C89-C2CE4719F9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741" r="27957" b="-1"/>
          <a:stretch>
            <a:fillRect/>
          </a:stretch>
        </p:blipFill>
        <p:spPr>
          <a:xfrm>
            <a:off x="-4" y="10"/>
            <a:ext cx="4654291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51F80E8-0CAC-410E-B59A-29FDDC357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6782" y="-1"/>
            <a:ext cx="4245218" cy="5367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94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4636008" cy="14414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255BDA-75E5-4527-B30A-CFBC594E4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GB" sz="3400">
                <a:solidFill>
                  <a:schemeClr val="bg1"/>
                </a:solidFill>
              </a:rPr>
              <a:t>Top 9 applications</a:t>
            </a:r>
            <a:endParaRPr lang="en-PK" sz="3400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7CFE0C-31D6-06AE-514C-9DEE7159E0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1774849"/>
              </p:ext>
            </p:extLst>
          </p:nvPr>
        </p:nvGraphicFramePr>
        <p:xfrm>
          <a:off x="5279472" y="746125"/>
          <a:ext cx="6290226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4329678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FD580F5-E7BF-4C1D-BEFD-4A4601EBA8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0F06750-78FE-4472-8DA5-14CF3336F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pic>
        <p:nvPicPr>
          <p:cNvPr id="5" name="Picture 4" descr="Bees working on a honeycomb">
            <a:extLst>
              <a:ext uri="{FF2B5EF4-FFF2-40B4-BE49-F238E27FC236}">
                <a16:creationId xmlns:a16="http://schemas.microsoft.com/office/drawing/2014/main" id="{16510E8C-A053-93BF-B1D7-A2785CB8F9CD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40000"/>
          </a:blip>
          <a:srcRect b="2268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3F0F46-65C5-412C-A5BB-469D798CE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2237173"/>
            <a:ext cx="9448800" cy="260206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6000"/>
              <a:t>“Problem”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3108C-6014-4CB8-A0BE-22B57AC316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4842935"/>
            <a:ext cx="9448800" cy="6858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000" b="0" i="0">
                <a:effectLst/>
              </a:rPr>
              <a:t>Honey Bees are  facing a threat in this polluted world. Climate change is affecting them as well. 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48971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D563B-D7F3-45E1-964E-1585B497B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“Solution”</a:t>
            </a:r>
            <a:endParaRPr lang="en-PK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267AE7-25CD-4DF2-ACF4-94BA553EBB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r>
              <a:rPr lang="en-GB" sz="16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implanting IoT devices, beekeepers can take better charge of preserving hives. </a:t>
            </a:r>
          </a:p>
          <a:p>
            <a:endParaRPr lang="en-PK" sz="1600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1379" y="0"/>
            <a:ext cx="72406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Boxes in flower fields">
            <a:extLst>
              <a:ext uri="{FF2B5EF4-FFF2-40B4-BE49-F238E27FC236}">
                <a16:creationId xmlns:a16="http://schemas.microsoft.com/office/drawing/2014/main" id="{026C821A-47A4-8BD0-8744-4A87D848C4F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39" r="15419" b="-1"/>
          <a:stretch>
            <a:fillRect/>
          </a:stretch>
        </p:blipFill>
        <p:spPr>
          <a:xfrm>
            <a:off x="5304147" y="10"/>
            <a:ext cx="688785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04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ounded Rectangle 14">
            <a:extLst>
              <a:ext uri="{FF2B5EF4-FFF2-40B4-BE49-F238E27FC236}">
                <a16:creationId xmlns:a16="http://schemas.microsoft.com/office/drawing/2014/main" id="{934B872D-6FE9-472A-9E92-342E41DA7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0"/>
            <a:ext cx="755599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8DEBA6-2ED2-4FED-8AAB-2F855348DD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3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2162F0F-A9B7-409A-AD12-ADD441861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97" r="55278"/>
          <a:stretch/>
        </p:blipFill>
        <p:spPr>
          <a:xfrm>
            <a:off x="0" y="4375150"/>
            <a:ext cx="4636008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BCD1A4-1758-4EE9-9732-19D43E1AF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04334"/>
            <a:ext cx="3471333" cy="524933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how….?</a:t>
            </a:r>
            <a:endParaRPr lang="en-PK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2BA29-34E0-44FC-A7AB-F0B114442B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4722" y="804334"/>
            <a:ext cx="6271477" cy="5249333"/>
          </a:xfrm>
        </p:spPr>
        <p:txBody>
          <a:bodyPr anchor="ctr">
            <a:normAutofit/>
          </a:bodyPr>
          <a:lstStyle/>
          <a:p>
            <a:r>
              <a:rPr lang="en-GB" b="0" i="0">
                <a:solidFill>
                  <a:schemeClr val="tx2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IoT with connected sensors, it is possible   to keep track of the hive temperature, amount of food present in the hives and also, the pollen collection. </a:t>
            </a:r>
          </a:p>
          <a:p>
            <a:endParaRPr lang="en-PK">
              <a:solidFill>
                <a:schemeClr val="tx2"/>
              </a:solidFill>
            </a:endParaRPr>
          </a:p>
          <a:p>
            <a:endParaRPr lang="en-PK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54711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29BE7-2CB0-4BD0-AB18-F1120B627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764373"/>
            <a:ext cx="3977639" cy="1600200"/>
          </a:xfrm>
        </p:spPr>
        <p:txBody>
          <a:bodyPr anchor="b">
            <a:normAutofit/>
          </a:bodyPr>
          <a:lstStyle/>
          <a:p>
            <a:pPr algn="l"/>
            <a:r>
              <a:rPr lang="en-GB" sz="3200">
                <a:latin typeface="Times New Roman" panose="02020603050405020304" pitchFamily="18" charset="0"/>
                <a:cs typeface="Times New Roman" panose="02020603050405020304" pitchFamily="18" charset="0"/>
              </a:rPr>
              <a:t>Moreover…</a:t>
            </a:r>
            <a:endParaRPr lang="en-PK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14EA-427C-4570-8B28-8A423A273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364573"/>
            <a:ext cx="3977639" cy="3854112"/>
          </a:xfrm>
        </p:spPr>
        <p:txBody>
          <a:bodyPr>
            <a:normAutofit/>
          </a:bodyPr>
          <a:lstStyle/>
          <a:p>
            <a:r>
              <a:rPr lang="en-GB" sz="16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IoT can be also used in waste management also, helping us take better care of our environment.</a:t>
            </a:r>
            <a:endParaRPr lang="en-PK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PK" sz="1600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D25211A-4CA0-4B53-82BB-1EE7C7F3C7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51379" y="0"/>
            <a:ext cx="72406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C78C0C-8ED4-7F98-6018-DE31F77CB3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40" r="18825"/>
          <a:stretch>
            <a:fillRect/>
          </a:stretch>
        </p:blipFill>
        <p:spPr>
          <a:xfrm>
            <a:off x="5304147" y="10"/>
            <a:ext cx="688785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30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0BD2399-7475-404C-BAC9-E55E16769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D748104-6E76-4AD9-9940-82154F97E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F44041-B328-4F8B-B91E-D2A3E0ED87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1066163"/>
            <a:ext cx="3306744" cy="5148371"/>
          </a:xfrm>
        </p:spPr>
        <p:txBody>
          <a:bodyPr>
            <a:normAutofit/>
          </a:bodyPr>
          <a:lstStyle/>
          <a:p>
            <a:r>
              <a:rPr lang="en-GB" sz="27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of the internet of things.</a:t>
            </a:r>
            <a:endParaRPr lang="en-PK" sz="270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032E69-9EEC-DDE7-5242-D1462EB9D0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5396269"/>
              </p:ext>
            </p:extLst>
          </p:nvPr>
        </p:nvGraphicFramePr>
        <p:xfrm>
          <a:off x="4678344" y="1127125"/>
          <a:ext cx="6403994" cy="50874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906116157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248</TotalTime>
  <Words>203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Times New Roman</vt:lpstr>
      <vt:lpstr>Vapor Trail</vt:lpstr>
      <vt:lpstr>APPLICATION of IOT in Real World</vt:lpstr>
      <vt:lpstr>Top 9 applications</vt:lpstr>
      <vt:lpstr>“Problem”</vt:lpstr>
      <vt:lpstr>“Solution”</vt:lpstr>
      <vt:lpstr>how….?</vt:lpstr>
      <vt:lpstr>Moreover…</vt:lpstr>
      <vt:lpstr>disadvantages of the internet of things.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IOT in Real World</dc:title>
  <dc:creator>MANAHIL SABIR</dc:creator>
  <cp:lastModifiedBy>ZUNAIRA SABIR</cp:lastModifiedBy>
  <cp:revision>4</cp:revision>
  <dcterms:created xsi:type="dcterms:W3CDTF">2022-03-16T06:14:42Z</dcterms:created>
  <dcterms:modified xsi:type="dcterms:W3CDTF">2026-04-18T16:18:45Z</dcterms:modified>
</cp:coreProperties>
</file>